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RBI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RBI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a5b0882b1c847b38137a070dec224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2118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
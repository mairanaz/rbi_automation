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RBI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RBI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2b91c4c82784206af136125a14dcc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9698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9698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